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Players by Team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Chennai Super Kings (CSK)</c:v>
                </c:pt>
                <c:pt idx="1">
                  <c:v>Royal Challengers Bengaluru (R</c:v>
                </c:pt>
                <c:pt idx="2">
                  <c:v>Rajasthan Royals (RR)</c:v>
                </c:pt>
                <c:pt idx="3">
                  <c:v>Lucknow Super Giants (LSG)</c:v>
                </c:pt>
                <c:pt idx="4">
                  <c:v>Gujarat Titans (GT)</c:v>
                </c:pt>
                <c:pt idx="5">
                  <c:v>Kolkata Knight Riders (KKR)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25.0</c:v>
                </c:pt>
                <c:pt idx="1">
                  <c:v>25.0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In-Depth Analysis of IPL Teams for 2026 Season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Agentic Research Assistant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of IPL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Defending champions: Royal Challengers Bengaluru (RCB)</a:t>
            </a:r>
          </a:p>
          <a:p>
            <a:pPr>
              <a:defRPr sz="1800"/>
            </a:pPr>
            <a:r>
              <a:t>Total number of teams: 10</a:t>
            </a:r>
          </a:p>
          <a:p>
            <a:pPr>
              <a:defRPr sz="1800"/>
            </a:pPr>
            <a:r>
              <a:t>Total number of matches: 84</a:t>
            </a:r>
          </a:p>
          <a:p>
            <a:pPr>
              <a:defRPr sz="1800"/>
            </a:pPr>
            <a:r>
              <a:t>Key venues: Bengaluru, Mumbai, Chennai, and Kolkata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Chennai Super Kings (CSK)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Total players: 25 (including 8 overseas)</a:t>
            </a:r>
          </a:p>
          <a:p>
            <a:pPr>
              <a:defRPr sz="1800"/>
            </a:pPr>
            <a:r>
              <a:t>Auction purse: INR 43.40 crore</a:t>
            </a:r>
          </a:p>
          <a:p>
            <a:pPr>
              <a:defRPr sz="1800"/>
            </a:pPr>
            <a:r>
              <a:t>Key signings: Prashant Veer and Kartik Sharma, each acquired for INR 14.2 crore</a:t>
            </a:r>
          </a:p>
          <a:p>
            <a:pPr>
              <a:defRPr sz="1800"/>
            </a:pPr>
            <a:r>
              <a:t>Historical performance: 4-time champions, known for their strong leadership and experience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Royal Challengers Bengaluru (RCB)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Total players: 25 (including 8 overseas)</a:t>
            </a:r>
          </a:p>
          <a:p>
            <a:pPr>
              <a:defRPr sz="1800"/>
            </a:pPr>
            <a:r>
              <a:t>New signing: Venkatesh Iyer for INR 7 crore, enhancing batting options</a:t>
            </a:r>
          </a:p>
          <a:p>
            <a:pPr>
              <a:defRPr sz="1800"/>
            </a:pPr>
            <a:r>
              <a:t>Limited new entrants to maintain squad chemistry</a:t>
            </a:r>
          </a:p>
          <a:p>
            <a:pPr>
              <a:defRPr sz="1800"/>
            </a:pPr>
            <a:r>
              <a:t>Recent performance: First championship win in 2026, aiming to build on this success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Comparisons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Rajasthan Royals (RR): Balanced squad with depth in both batting and bowling</a:t>
            </a:r>
          </a:p>
          <a:p>
            <a:pPr>
              <a:defRPr sz="1800"/>
            </a:pPr>
            <a:r>
              <a:t>Lucknow Super Giants (LSG): Strong batting lineup with explosive potential</a:t>
            </a:r>
          </a:p>
          <a:p>
            <a:pPr>
              <a:defRPr sz="1800"/>
            </a:pPr>
            <a:r>
              <a:t>Gujarat Titans (GT): Identified weaknesses in the middle order that need addressing</a:t>
            </a:r>
          </a:p>
          <a:p>
            <a:pPr>
              <a:defRPr sz="1800"/>
            </a:pPr>
            <a:r>
              <a:t>Kolkata Knight Riders (KKR): Critical need for strategic replacements to maintain competitiveness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IPL 2026 Team Player Composition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Chart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IPL 2026 Team Player Composition: Both CSK and RCB have a total of 25 players, indicating a similar approach to squad size.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